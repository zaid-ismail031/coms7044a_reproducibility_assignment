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Intrusion-Detection @ 50% obs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0.1</c:v>
                </c:pt>
                <c:pt idx="1">
                  <c:v>0.5</c:v>
                </c:pt>
                <c:pt idx="2">
                  <c:v>1.0</c:v>
                </c:pt>
                <c:pt idx="3">
                  <c:v>2.0</c:v>
                </c:pt>
                <c:pt idx="4">
                  <c:v>5.0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0.12</c:v>
                </c:pt>
                <c:pt idx="1">
                  <c:v>0.48</c:v>
                </c:pt>
                <c:pt idx="2">
                  <c:v>0.76</c:v>
                </c:pt>
                <c:pt idx="3">
                  <c:v>0.86</c:v>
                </c:pt>
                <c:pt idx="4">
                  <c:v>0.87</c:v>
                </c:pt>
                <c:pt idx="5">
                  <c:v>0.87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2805-4DC0-8347-183DE54CE4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Block-Words @ 70% obs</c:v>
                </c:pt>
              </c:strCache>
            </c:strRef>
          </c:tx>
          <c:spPr>
            <a:ln w="38100" cap="flat">
              <a:solidFill>
                <a:srgbClr val="F9616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0.1</c:v>
                </c:pt>
                <c:pt idx="1">
                  <c:v>0.5</c:v>
                </c:pt>
                <c:pt idx="2">
                  <c:v>1.0</c:v>
                </c:pt>
                <c:pt idx="3">
                  <c:v>2.0</c:v>
                </c:pt>
                <c:pt idx="4">
                  <c:v>5.0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</c:v>
                </c:pt>
                <c:pt idx="1">
                  <c:v>0.27</c:v>
                </c:pt>
                <c:pt idx="2">
                  <c:v>0.44</c:v>
                </c:pt>
                <c:pt idx="3">
                  <c:v>0.56000000000000005</c:v>
                </c:pt>
                <c:pt idx="4">
                  <c:v>0.61</c:v>
                </c:pt>
                <c:pt idx="5">
                  <c:v>0.61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2805-4DC0-8347-183DE54CE4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2D3748"/>
                    </a:solidFill>
                    <a:latin typeface="Arial"/>
                  </a:defRPr>
                </a:pPr>
                <a:r>
                  <a:rPr lang="en-ZA" b="0" i="0" u="none" strike="noStrike">
                    <a:solidFill>
                      <a:srgbClr val="2D3748"/>
                    </a:solidFill>
                    <a:latin typeface="Arial"/>
                  </a:rPr>
                  <a:t>beta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74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2D3748"/>
                    </a:solidFill>
                    <a:latin typeface="Arial"/>
                  </a:defRPr>
                </a:pPr>
                <a:r>
                  <a:rPr lang="en-ZA" b="0" i="0" u="none" strike="noStrike">
                    <a:solidFill>
                      <a:srgbClr val="2D3748"/>
                    </a:solidFill>
                    <a:latin typeface="Arial"/>
                  </a:rPr>
                  <a:t>P(G* | O)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74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D374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2635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291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[Re] Probabilistic Plan Recognition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Off-the-Shelf Classical Planners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reproduction of Ramírez &amp; Geffner (AAAI-10)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Okwukwechukwu Mbajiorgu (2430639)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Ismail (1696814)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Anokye-Boateng (2382971)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COMS7044A | School of Computer Science and Applied Mathematics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github.com/&lt;username&gt;/COMS7044A_ReproducibilityAssignment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Python modules, end to end.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8745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18745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099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70992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PDDL compiler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 (domain, problem, observations) into two compiled PDDL pairs.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2423160" y="2651760"/>
            <a:ext cx="182880" cy="182880"/>
          </a:xfrm>
          <a:prstGeom prst="rtTriangl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06040" y="1645920"/>
            <a:ext cx="18745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645920"/>
            <a:ext cx="18745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17099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63240" y="170992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wrapper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23317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Fast Downward as a subprocess and returns plan cost.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480560" y="2651760"/>
            <a:ext cx="182880" cy="182880"/>
          </a:xfrm>
          <a:prstGeom prst="rtTriangl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645920"/>
            <a:ext cx="18745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645920"/>
            <a:ext cx="18745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7099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170992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23317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cost differences into a Boltzmann posterior over goals.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rot="5400000">
            <a:off x="6537960" y="2651760"/>
            <a:ext cx="182880" cy="182880"/>
          </a:xfrm>
          <a:prstGeom prst="rtTriangl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645920"/>
            <a:ext cx="18745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20840" y="1645920"/>
            <a:ext cx="18745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17099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8040" y="170992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driver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23317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 trial and writes one CSV row at a time.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Observations: prefix of the optimal plan for the hidden true goal.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posterior P(G | O) for each candidate goal.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quality Q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goal in the tied top-probability set, ours vs the paper.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40156"/>
              </p:ext>
            </p:extLst>
          </p:nvPr>
        </p:nvGraphicFramePr>
        <p:xfrm>
          <a:off x="457200" y="1280160"/>
          <a:ext cx="8229600" cy="34290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 gridSpan="6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(HSP*_f)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Block-Words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IPC Grid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Intrusion-Detection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Kitchen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 gridSpan="6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(lmcut)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Block-Words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Intrusion-Detection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Kitchen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every directly comparable cell matches. We sometimes exceed the paper at 10% observation.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Spread |G*|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size of the tied top set. Lower is better. 1.00 means a single, unique winner.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574610"/>
              </p:ext>
            </p:extLst>
          </p:nvPr>
        </p:nvGraphicFramePr>
        <p:xfrm>
          <a:off x="457200" y="128016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 gridSpan="6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(HSP*_f)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IPC Grid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Intrusion-Detection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Kitchen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 gridSpan="6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(lmcut)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Intrusion-Detection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Kitchen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rows: our spread is ~2x the paper at low observation. Converges to 1 by 100% in 4 of 6 domains.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sensitivity (extension)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and |G*| do not depend on β.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P(G* | O) does.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2194560"/>
          <a:ext cx="82296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across β ∈ {0.1, 0.5, 1.0, 2.0, 5.0, 10}. Rank metrics stay flat. Posterior mass rises.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291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274320" cy="2743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325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1 and 4 hold in every domain.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274320" cy="2743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651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2 holds in 5 of 6 domains, Claim 3 in 4 of 6. Same outcome as the paper.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274320" cy="27432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Gaps in the original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657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400" dirty="0">
                <a:solidFill>
                  <a:schemeClr val="bg1"/>
                </a:solidFill>
                <a:latin typeface="Anthropic Sans"/>
              </a:rPr>
              <a:t>Two unspecified choices in the paper: the Boltzmann β, and prefix vs uniform-random observation sampling.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Thanks for watching.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548</Words>
  <Application>Microsoft Office PowerPoint</Application>
  <PresentationFormat>On-screen Show (16:9)</PresentationFormat>
  <Paragraphs>213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Anthropic Sans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Reproducing Probabilistic Plan Recognition</dc:title>
  <dc:subject>PptxGenJS Presentation</dc:subject>
  <dc:creator>PptxGenJS</dc:creator>
  <cp:lastModifiedBy>Zaid Ismail</cp:lastModifiedBy>
  <cp:revision>3</cp:revision>
  <dcterms:created xsi:type="dcterms:W3CDTF">2026-05-20T19:25:50Z</dcterms:created>
  <dcterms:modified xsi:type="dcterms:W3CDTF">2026-05-20T19:45:41Z</dcterms:modified>
</cp:coreProperties>
</file>